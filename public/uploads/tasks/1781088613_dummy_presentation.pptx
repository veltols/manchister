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Dummy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PowerPoint generated by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dummy content for slide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dummy content for slide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dummy content for slide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